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754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6">
            <a:extLst>
              <a:ext uri="{FF2B5EF4-FFF2-40B4-BE49-F238E27FC236}">
                <a16:creationId xmlns:a16="http://schemas.microsoft.com/office/drawing/2014/main" id="{FE524399-2164-4AA0-BC34-B9A4974791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61400" y="4419600"/>
            <a:ext cx="36576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99061C19-8F92-424A-9C3A-F96B2552CF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75600" y="533400"/>
            <a:ext cx="4191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22ADB4E-7248-485D-932E-97BC2C7C7A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" y="2514236"/>
            <a:ext cx="1930400" cy="42897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BE1E818-298D-41EE-9B7A-EB9C73FE4F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778" y="2536815"/>
            <a:ext cx="1930400" cy="42897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3EDD6E8-3FFD-4217-A05E-BE7F8A74B7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030" y="2576688"/>
            <a:ext cx="1926590" cy="42813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DC34E9A-4403-49E2-BBF4-94DC322172F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3215" y="2498715"/>
            <a:ext cx="1937385" cy="43052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Personalizado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Germán Ignacio Guillermo Aravena Oñatt</cp:lastModifiedBy>
  <cp:revision>2</cp:revision>
  <dcterms:created xsi:type="dcterms:W3CDTF">2006-08-16T00:00:00Z</dcterms:created>
  <dcterms:modified xsi:type="dcterms:W3CDTF">2026-10-01T23:31:26Z</dcterms:modified>
</cp:coreProperties>
</file>